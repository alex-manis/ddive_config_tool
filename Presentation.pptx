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1f65138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1f65138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f65138b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1f65138b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f65138b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f65138b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f65138b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1f65138b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f65138b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f65138b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f65138b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f65138b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f65138b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1f65138b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1f65138b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1f65138b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1f65138b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1f65138b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f65138b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f65138b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f65138b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f65138b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Taboola Feed 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596" y="0"/>
            <a:ext cx="6861406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-107835" y="830030"/>
            <a:ext cx="5142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rgbClr val="00285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230"/>
              <a:buFont typeface="Arial"/>
              <a:buNone/>
            </a:pPr>
            <a:r>
              <a:rPr b="1" lang="ru" sz="3522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Publisher </a:t>
            </a:r>
            <a:r>
              <a:rPr b="1" lang="ru" sz="3522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Config Tool</a:t>
            </a:r>
            <a:endParaRPr sz="6422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4247" y="2365775"/>
            <a:ext cx="3456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for DeeperDive</a:t>
            </a:r>
            <a:r>
              <a:rPr lang="ru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ru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powered by Taboola ⓒ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64075" y="4359563"/>
            <a:ext cx="18855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11.11.2025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164080" y="4675147"/>
            <a:ext cx="18855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46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TA Israel</a:t>
            </a:r>
            <a:endParaRPr sz="13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3655"/>
            <a:ext cx="9144000" cy="438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Main page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3655"/>
            <a:ext cx="9144000" cy="438626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Main page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1" name="Google Shape;71;p15"/>
          <p:cNvCxnSpPr>
            <a:endCxn id="72" idx="1"/>
          </p:cNvCxnSpPr>
          <p:nvPr/>
        </p:nvCxnSpPr>
        <p:spPr>
          <a:xfrm>
            <a:off x="2804850" y="1324675"/>
            <a:ext cx="303000" cy="4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5"/>
          <p:cNvCxnSpPr>
            <a:endCxn id="72" idx="1"/>
          </p:cNvCxnSpPr>
          <p:nvPr/>
        </p:nvCxnSpPr>
        <p:spPr>
          <a:xfrm>
            <a:off x="1118850" y="1538275"/>
            <a:ext cx="1989000" cy="2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3107850" y="1600525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Buttons to add new publisher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" name="Google Shape;74;p15"/>
          <p:cNvCxnSpPr>
            <a:endCxn id="75" idx="1"/>
          </p:cNvCxnSpPr>
          <p:nvPr/>
        </p:nvCxnSpPr>
        <p:spPr>
          <a:xfrm>
            <a:off x="1095450" y="2874625"/>
            <a:ext cx="2012400" cy="90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5"/>
          <p:cNvCxnSpPr>
            <a:endCxn id="77" idx="1"/>
          </p:cNvCxnSpPr>
          <p:nvPr/>
        </p:nvCxnSpPr>
        <p:spPr>
          <a:xfrm>
            <a:off x="1095450" y="1833625"/>
            <a:ext cx="2012400" cy="89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3107850" y="2525275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Search input in real time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107850" y="3574075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List of already added publishers 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Create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5793"/>
            <a:ext cx="91440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Create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5793"/>
            <a:ext cx="91440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4428700" y="2688275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Collapsible fields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1" name="Google Shape;91;p17"/>
          <p:cNvCxnSpPr>
            <a:endCxn id="90" idx="1"/>
          </p:cNvCxnSpPr>
          <p:nvPr/>
        </p:nvCxnSpPr>
        <p:spPr>
          <a:xfrm>
            <a:off x="1810300" y="2307425"/>
            <a:ext cx="2618400" cy="5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7"/>
          <p:cNvCxnSpPr>
            <a:endCxn id="90" idx="1"/>
          </p:cNvCxnSpPr>
          <p:nvPr/>
        </p:nvCxnSpPr>
        <p:spPr>
          <a:xfrm flipH="1" rot="10800000">
            <a:off x="2229700" y="2896025"/>
            <a:ext cx="2199000" cy="12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7"/>
          <p:cNvCxnSpPr>
            <a:endCxn id="94" idx="1"/>
          </p:cNvCxnSpPr>
          <p:nvPr/>
        </p:nvCxnSpPr>
        <p:spPr>
          <a:xfrm>
            <a:off x="1732604" y="1297446"/>
            <a:ext cx="2696100" cy="37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 txBox="1"/>
          <p:nvPr/>
        </p:nvSpPr>
        <p:spPr>
          <a:xfrm>
            <a:off x="4428704" y="1234746"/>
            <a:ext cx="3962400" cy="8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Publisher Id. 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This form disabled and will take data from Allias Name field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428700" y="2192363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Active/</a:t>
            </a: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inactive</a:t>
            </a: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 checkbox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" name="Google Shape;96;p17"/>
          <p:cNvCxnSpPr>
            <a:endCxn id="95" idx="1"/>
          </p:cNvCxnSpPr>
          <p:nvPr/>
        </p:nvCxnSpPr>
        <p:spPr>
          <a:xfrm>
            <a:off x="1577200" y="2051213"/>
            <a:ext cx="2851500" cy="34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>
            <a:endCxn id="94" idx="1"/>
          </p:cNvCxnSpPr>
          <p:nvPr/>
        </p:nvCxnSpPr>
        <p:spPr>
          <a:xfrm flipH="1" rot="10800000">
            <a:off x="1973504" y="1673346"/>
            <a:ext cx="24552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4428700" y="4091600"/>
            <a:ext cx="3962400" cy="41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Functional</a:t>
            </a: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 buttons section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9" name="Google Shape;99;p17"/>
          <p:cNvCxnSpPr>
            <a:endCxn id="98" idx="1"/>
          </p:cNvCxnSpPr>
          <p:nvPr/>
        </p:nvCxnSpPr>
        <p:spPr>
          <a:xfrm flipH="1" rot="10800000">
            <a:off x="2144500" y="4299350"/>
            <a:ext cx="2284200" cy="3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Fields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0561"/>
            <a:ext cx="9143999" cy="4388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Fields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0561"/>
            <a:ext cx="9143999" cy="4388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3045700" y="2890450"/>
            <a:ext cx="3962400" cy="8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The fields correspond to strings in the JSON but do not require special formatting. Some of them </a:t>
            </a: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required</a:t>
            </a: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Fields example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770" y="745796"/>
            <a:ext cx="9144001" cy="439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4428675" y="2859375"/>
            <a:ext cx="3962400" cy="5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The fields have a validation of content. 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For example: user can’t put url without https://</a:t>
            </a:r>
            <a:endParaRPr sz="8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2817350" y="2071650"/>
            <a:ext cx="39624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User can add and remove pages.</a:t>
            </a:r>
            <a:endParaRPr sz="12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1" name="Google Shape;121;p20"/>
          <p:cNvCxnSpPr/>
          <p:nvPr/>
        </p:nvCxnSpPr>
        <p:spPr>
          <a:xfrm rot="10800000">
            <a:off x="1592750" y="2113200"/>
            <a:ext cx="122460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0"/>
          <p:cNvCxnSpPr>
            <a:stCxn id="120" idx="3"/>
          </p:cNvCxnSpPr>
          <p:nvPr/>
        </p:nvCxnSpPr>
        <p:spPr>
          <a:xfrm flipH="1" rot="10800000">
            <a:off x="6779750" y="1965600"/>
            <a:ext cx="1114200" cy="2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Extra fields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57700"/>
            <a:ext cx="9143999" cy="2885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2421100" y="1115100"/>
            <a:ext cx="39624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User can add and any additional fields</a:t>
            </a:r>
            <a:endParaRPr sz="12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223150" y="4310193"/>
            <a:ext cx="39624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The SAVE button will be disabled if any required field is incomplete or contains a validation error</a:t>
            </a:r>
            <a:endParaRPr sz="12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1" name="Google Shape;131;p21"/>
          <p:cNvCxnSpPr>
            <a:endCxn id="130" idx="1"/>
          </p:cNvCxnSpPr>
          <p:nvPr/>
        </p:nvCxnSpPr>
        <p:spPr>
          <a:xfrm flipH="1" rot="10800000">
            <a:off x="1398550" y="4587243"/>
            <a:ext cx="1824600" cy="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1"/>
          <p:cNvCxnSpPr>
            <a:endCxn id="129" idx="1"/>
          </p:cNvCxnSpPr>
          <p:nvPr/>
        </p:nvCxnSpPr>
        <p:spPr>
          <a:xfrm flipH="1" rot="10800000">
            <a:off x="1888000" y="1299750"/>
            <a:ext cx="533100" cy="23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JSON viewer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6431"/>
            <a:ext cx="9144002" cy="255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0" y="1379275"/>
            <a:ext cx="3281700" cy="7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The JSON viewer is opened and closed using a button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0" name="Google Shape;140;p22"/>
          <p:cNvCxnSpPr>
            <a:endCxn id="139" idx="2"/>
          </p:cNvCxnSpPr>
          <p:nvPr/>
        </p:nvCxnSpPr>
        <p:spPr>
          <a:xfrm flipH="1" rot="10800000">
            <a:off x="1639350" y="2087275"/>
            <a:ext cx="1500" cy="5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2"/>
          <p:cNvSpPr txBox="1"/>
          <p:nvPr/>
        </p:nvSpPr>
        <p:spPr>
          <a:xfrm>
            <a:off x="4798650" y="1492825"/>
            <a:ext cx="3281700" cy="9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JSON viewer is updating in realtime.  It shows any changing of fields. 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2" name="Google Shape;142;p22"/>
          <p:cNvCxnSpPr>
            <a:endCxn id="141" idx="2"/>
          </p:cNvCxnSpPr>
          <p:nvPr/>
        </p:nvCxnSpPr>
        <p:spPr>
          <a:xfrm flipH="1" rot="10800000">
            <a:off x="2610600" y="2462425"/>
            <a:ext cx="3828900" cy="16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2"/>
          <p:cNvCxnSpPr>
            <a:endCxn id="141" idx="2"/>
          </p:cNvCxnSpPr>
          <p:nvPr/>
        </p:nvCxnSpPr>
        <p:spPr>
          <a:xfrm flipH="1" rot="10800000">
            <a:off x="1755900" y="2462425"/>
            <a:ext cx="4683600" cy="23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2"/>
          <p:cNvCxnSpPr>
            <a:endCxn id="141" idx="2"/>
          </p:cNvCxnSpPr>
          <p:nvPr/>
        </p:nvCxnSpPr>
        <p:spPr>
          <a:xfrm flipH="1" rot="10800000">
            <a:off x="3325500" y="2462425"/>
            <a:ext cx="3114000" cy="25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411875" y="0"/>
            <a:ext cx="81027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Saving data</a:t>
            </a:r>
            <a:endParaRPr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050" y="1006975"/>
            <a:ext cx="45434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/>
        </p:nvSpPr>
        <p:spPr>
          <a:xfrm>
            <a:off x="1557813" y="2706125"/>
            <a:ext cx="5601900" cy="149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If the user tries to close the tab, or clicks the CANCEL button, another publisher, the CREATE button, or the HOME button, a browser system message will appear. This prevents exiting without saving and losing data.</a:t>
            </a:r>
            <a:endParaRPr sz="1500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 title="Taboola Feed 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596" y="0"/>
            <a:ext cx="6861406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>
            <p:ph type="ctrTitle"/>
          </p:nvPr>
        </p:nvSpPr>
        <p:spPr>
          <a:xfrm>
            <a:off x="-37898" y="830025"/>
            <a:ext cx="5142600" cy="11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285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22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22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for your </a:t>
            </a:r>
            <a:r>
              <a:rPr b="1" lang="ru" sz="3522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attention! </a:t>
            </a:r>
            <a:endParaRPr sz="6422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4"/>
          <p:cNvSpPr txBox="1"/>
          <p:nvPr>
            <p:ph idx="1" type="subTitle"/>
          </p:nvPr>
        </p:nvSpPr>
        <p:spPr>
          <a:xfrm>
            <a:off x="673022" y="2365800"/>
            <a:ext cx="3456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ru" sz="199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Alex</a:t>
            </a:r>
            <a:r>
              <a:rPr b="1" lang="ru" sz="19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Manis</a:t>
            </a:r>
            <a:endParaRPr sz="232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4"/>
          <p:cNvSpPr txBox="1"/>
          <p:nvPr>
            <p:ph idx="1" type="subTitle"/>
          </p:nvPr>
        </p:nvSpPr>
        <p:spPr>
          <a:xfrm>
            <a:off x="797331" y="2105618"/>
            <a:ext cx="3456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ru" sz="1990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with</a:t>
            </a:r>
            <a:r>
              <a:rPr b="1" lang="ru" sz="19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regards</a:t>
            </a:r>
            <a:endParaRPr sz="232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4"/>
          <p:cNvSpPr txBox="1"/>
          <p:nvPr>
            <p:ph type="ctrTitle"/>
          </p:nvPr>
        </p:nvSpPr>
        <p:spPr>
          <a:xfrm>
            <a:off x="-545918" y="438540"/>
            <a:ext cx="5142600" cy="11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285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22">
              <a:solidFill>
                <a:srgbClr val="00285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22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THANK </a:t>
            </a:r>
            <a:r>
              <a:rPr b="1" lang="ru" sz="3522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r>
              <a:rPr b="1" lang="ru" sz="3522">
                <a:solidFill>
                  <a:srgbClr val="00285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6422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